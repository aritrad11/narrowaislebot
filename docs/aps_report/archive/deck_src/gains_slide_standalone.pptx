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gains, two families. Kff and Kstat came from fitting three bench campaigns to a two-term friction model. Ki came from direct synthesis, computed once from the fitted plant gain and a chosen closed-loop time constant, not searched. Kp and Kd were both re-derived after a later bench test finally measured the plant time constant directly, at half the value that had been assumed; the recomputed gains were swept against the shipped ones on real hardware and lost on overshoot, so the original values were kept, confirmed rather than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gains came from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91440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feedforward terms, fitted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55648"/>
            <a:ext cx="111858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Kff ≈ 38 PWM per rad/s and Kstat ≈ 8 PWM, both fit from three independent bench campaigns, wheels free, no load. The static term exists because a straight line through the origin cannot reproduce breakaway friction.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70332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PID terms, computed then checked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087368"/>
            <a:ext cx="111858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= 250 from direct synthesis on the fitted plant gain, not tuned by hand. Kp = 45 and Kd = 0.5 were re-derived from a later, measured plant time constant, then verified by sweeping the recomputed values against the shipped ones on real hardware — the original gains won and were kept.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45575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AISLE ROBOT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Progress Seminar · Aritra Das · 25D0074 · IIT Bombay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2026-09-22T20:34:24Z</dcterms:created>
  <dcterms:modified xsi:type="dcterms:W3CDTF">2026-09-22T20:34:24Z</dcterms:modified>
</cp:coreProperties>
</file>